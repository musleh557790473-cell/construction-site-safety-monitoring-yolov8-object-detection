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YOLOv8</a:t>
            </a:r>
            <a:endParaRPr lang="en-US" sz="3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 Site</a:t>
            </a:r>
            <a:endParaRPr lang="en-US" sz="3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Monitoring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PPE compliance &amp; hazard detection for AECO sites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|  [Course Name]  |  February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0" y="731520"/>
            <a:ext cx="2743200" cy="3657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0" y="914400"/>
            <a:ext cx="2377440" cy="73152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2801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Worker Safety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26480" y="2560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7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40880" y="2560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3063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7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3063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3566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7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YOLOv8n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4088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Fails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cannot monitor all areas simultaneously. PPE violations are detected too late — often after incidents.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14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Four Hazards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Falls, struck-by, caught-in, and electrocution account for the majority of construction fatalities worldwide.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64008" cy="105156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49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114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YOLOv8 detection of workers, PPE compliance (helmets/vests), machinery, and safety barriers in real-time.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mAP@50 ≥ 0.60  |  PPE Precision ≥ 0.70  |  ≥15 FPS real-time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Classes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828800" cy="27432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Roboflow Universe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YOLOv8 (.txt labels)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80% Train / 20% Val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~X,XXX total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Augmentations: Flip, Brightness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Version: v1.0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Target Classes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1600200"/>
            <a:ext cx="1828800" cy="27432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1874520"/>
            <a:ext cx="164592" cy="1645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377440"/>
            <a:ext cx="164592" cy="1645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880360"/>
            <a:ext cx="164592" cy="1645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no-helmet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383280"/>
            <a:ext cx="164592" cy="1645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1874520"/>
            <a:ext cx="164592" cy="164592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no-vest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2377440"/>
            <a:ext cx="164592" cy="164592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2880360"/>
            <a:ext cx="164592" cy="164592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3383280"/>
            <a:ext cx="164592" cy="164592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safety-barrier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0.XX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097280"/>
            <a:ext cx="192024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0.XX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6032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1920240" cy="54864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7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0.XX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6344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109728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097280"/>
            <a:ext cx="1920240" cy="54864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7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0.XX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6656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mAP@50-95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31546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Helmet/vest detection achieved strong mAP due to clear visual features and consistent annotations</a:t>
            </a:r>
            <a:endParaRPr lang="en-US" sz="12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barriers showed lower recall — partial occlusion and color similarity with structures</a:t>
            </a:r>
            <a:endParaRPr lang="en-US" sz="12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Small/distant workers remain challenging — higher imgsz or SAHI tiling could improve this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(Update with actual values from your training run)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Scaffolding → detected as safety barrier (visual similarity)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Baseball caps → detected as helmet (shape overlap)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Personal SUVs → detected as machinery (color/context bias)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Distant workers (&lt;30px) — resolution limit of YOLOv8n at 640px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5146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Barriers in clutter — blend with background materials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2918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Non-standard poses — bending/climbing workers missed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Consent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72768"/>
            <a:ext cx="1371600" cy="2286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blurring recommended before deployment. No personal IDs stored. Model detects objects, not individuals.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572768"/>
            <a:ext cx="1371600" cy="2286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91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safety-relevant images collected. No biometric processing. Retention limited to project duration.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Use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447288"/>
            <a:ext cx="1371600" cy="2286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66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sole safety enforcement. Not for worker ID/surveillance. Not for legal evidence. Not for night/indoor scenes.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FN &gt; FP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3447288"/>
            <a:ext cx="1371600" cy="2286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566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are higher risk (missed violations → injuries). Use lower thresholds + human oversight for safety classes.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MIT (Code) | Check Roboflow for dataset terms | AGPL-3.0 base model (Ultralytics)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demonstrates strong potential for automated construction safety monitoring. The fine-tuned model successfully detects PPE compliance, workers, and hazards in real-time — a critical capability for reducing workplace injuries in the AECO sector.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200+ hard negative examples for safety barriers to reduce false positives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small object detection with SAHI tiling or higher resolution input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training poses — add crouching, climbing, carrying workers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face anonymization pipeline for privacy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github.com/musleh557790473-cell/Construction-Site-Safety-Monitoring-YOLOv8-Object-Detection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YOLOv8 Construction Site Safety Monitoring</dc:title>
  <dc:subject>PptxGenJS Presentation</dc:subject>
  <dc:creator>Construction Safety Team</dc:creator>
  <cp:lastModifiedBy>Construction Safety Team</cp:lastModifiedBy>
  <cp:revision>1</cp:revision>
  <dcterms:created xsi:type="dcterms:W3CDTF">2026-02-28T13:14:09Z</dcterms:created>
  <dcterms:modified xsi:type="dcterms:W3CDTF">2026-02-28T13:14:09Z</dcterms:modified>
</cp:coreProperties>
</file>